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Craftsman AI Implementation status: Code Quality Assistant package (unit test generation for Java/Angular, technical debt detection, IDE independent), adopted by 13 applications, FA Hackathon success and ExCo recognition, MCP Playwright rollout for FA Space with guidance for FOX &amp; TPA.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Implementation — Craftsman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D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Assistant Package  ·  Status Update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46920" y="3200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7D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onboarded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4434840"/>
          </a:xfrm>
          <a:prstGeom prst="roundRect">
            <a:avLst>
              <a:gd name="adj" fmla="val 2338"/>
            </a:avLst>
          </a:prstGeom>
          <a:solidFill>
            <a:srgbClr val="F1F8F4"/>
          </a:solidFill>
          <a:ln w="9525">
            <a:solidFill>
              <a:srgbClr val="E2ED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5A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07A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2423160"/>
            <a:ext cx="30083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 tests</a:t>
            </a:r>
            <a:endParaRPr lang="en-US" sz="1300" dirty="0"/>
          </a:p>
          <a:p>
            <a:pPr algn="l" indent="0" marL="0">
              <a:lnSpc>
                <a:spcPct val="12200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unit test cases for application code in Java and Angular.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detection</a:t>
            </a:r>
            <a:endParaRPr lang="en-US" sz="1300" dirty="0"/>
          </a:p>
          <a:p>
            <a:pPr algn="l" indent="0" marL="0">
              <a:lnSpc>
                <a:spcPct val="12200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technical debts to improve code health and the Quality Gate.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independent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shared across domains; teams can extend it to fit their own requirements.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4256" y="1554480"/>
            <a:ext cx="3520440" cy="4434840"/>
          </a:xfrm>
          <a:prstGeom prst="roundRect">
            <a:avLst>
              <a:gd name="adj" fmla="val 2338"/>
            </a:avLst>
          </a:prstGeom>
          <a:solidFill>
            <a:srgbClr val="F1F8F4"/>
          </a:solidFill>
          <a:ln w="9525">
            <a:solidFill>
              <a:srgbClr val="E2ED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5A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1783080"/>
            <a:ext cx="457200" cy="457200"/>
          </a:xfrm>
          <a:prstGeom prst="ellipse">
            <a:avLst/>
          </a:prstGeom>
          <a:solidFill>
            <a:srgbClr val="007A5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83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Across Domains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4572000" y="24231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24231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81344" y="24231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17" name="Text 13"/>
          <p:cNvSpPr/>
          <p:nvPr/>
        </p:nvSpPr>
        <p:spPr>
          <a:xfrm>
            <a:off x="6181344" y="24231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(GOD · MYT)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0" y="283921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0" y="28392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Space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81344" y="283921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21" name="Text 17"/>
          <p:cNvSpPr/>
          <p:nvPr/>
        </p:nvSpPr>
        <p:spPr>
          <a:xfrm>
            <a:off x="6181344" y="28392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572000" y="3255264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0" y="325526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81344" y="3255264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25" name="Text 21"/>
          <p:cNvSpPr/>
          <p:nvPr/>
        </p:nvSpPr>
        <p:spPr>
          <a:xfrm>
            <a:off x="6181344" y="325526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572000" y="3671316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27" name="Text 23"/>
          <p:cNvSpPr/>
          <p:nvPr/>
        </p:nvSpPr>
        <p:spPr>
          <a:xfrm>
            <a:off x="4572000" y="36713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181344" y="3671316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29" name="Text 25"/>
          <p:cNvSpPr/>
          <p:nvPr/>
        </p:nvSpPr>
        <p:spPr>
          <a:xfrm>
            <a:off x="6181344" y="36713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572000" y="4087368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0" y="40873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IRP (ICE/IPO)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181344" y="4087368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33" name="Text 29"/>
          <p:cNvSpPr/>
          <p:nvPr/>
        </p:nvSpPr>
        <p:spPr>
          <a:xfrm>
            <a:off x="6181344" y="40873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AceTP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572000" y="450342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35" name="Text 31"/>
          <p:cNvSpPr/>
          <p:nvPr/>
        </p:nvSpPr>
        <p:spPr>
          <a:xfrm>
            <a:off x="4572000" y="45034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181344" y="450342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37" name="Text 33"/>
          <p:cNvSpPr/>
          <p:nvPr/>
        </p:nvSpPr>
        <p:spPr>
          <a:xfrm>
            <a:off x="6181344" y="45034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572000" y="491947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CEFE5"/>
          </a:solidFill>
          <a:ln/>
        </p:spPr>
      </p:sp>
      <p:sp>
        <p:nvSpPr>
          <p:cNvPr id="39" name="Text 35"/>
          <p:cNvSpPr/>
          <p:nvPr/>
        </p:nvSpPr>
        <p:spPr>
          <a:xfrm>
            <a:off x="4572000" y="491947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Scarlet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572000" y="5408676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7D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application teams have enhanced the package to meet their own requirements.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8119872" y="1554480"/>
            <a:ext cx="3520440" cy="2395728"/>
          </a:xfrm>
          <a:prstGeom prst="roundRect">
            <a:avLst>
              <a:gd name="adj" fmla="val 3435"/>
            </a:avLst>
          </a:prstGeom>
          <a:solidFill>
            <a:srgbClr val="F1F8F4"/>
          </a:solidFill>
          <a:ln w="9525">
            <a:solidFill>
              <a:srgbClr val="E2ED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5A8">
                <a:alpha val="25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8348472" y="1783080"/>
            <a:ext cx="457200" cy="457200"/>
          </a:xfrm>
          <a:prstGeom prst="ellipse">
            <a:avLst/>
          </a:prstGeom>
          <a:solidFill>
            <a:srgbClr val="007A53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883664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924544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Hackathon &amp; Recognition</a:t>
            </a:r>
            <a:endParaRPr lang="en-US" sz="1550" dirty="0"/>
          </a:p>
        </p:txBody>
      </p:sp>
      <p:sp>
        <p:nvSpPr>
          <p:cNvPr id="45" name="Text 40"/>
          <p:cNvSpPr/>
          <p:nvPr/>
        </p:nvSpPr>
        <p:spPr>
          <a:xfrm>
            <a:off x="8375904" y="2377440"/>
            <a:ext cx="300837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rated far better than RooCode — team received a reward.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presented to the 2S IT ExCo members.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Bourgeois (ExCo) appreciated the demo and asked to roll out a program across 2SIT.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8119872" y="4151376"/>
            <a:ext cx="3520440" cy="1837944"/>
          </a:xfrm>
          <a:prstGeom prst="roundRect">
            <a:avLst>
              <a:gd name="adj" fmla="val 4478"/>
            </a:avLst>
          </a:prstGeom>
          <a:solidFill>
            <a:srgbClr val="F1F8F4"/>
          </a:solidFill>
          <a:ln w="9525">
            <a:solidFill>
              <a:srgbClr val="E2ED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5A8">
                <a:alpha val="25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8348472" y="4379976"/>
            <a:ext cx="457200" cy="457200"/>
          </a:xfrm>
          <a:prstGeom prst="ellipse">
            <a:avLst/>
          </a:prstGeom>
          <a:solidFill>
            <a:srgbClr val="007A53"/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4480560"/>
            <a:ext cx="256032" cy="25603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8924544" y="4379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Playwright</a:t>
            </a:r>
            <a:endParaRPr lang="en-US" sz="1550" dirty="0"/>
          </a:p>
        </p:txBody>
      </p:sp>
      <p:sp>
        <p:nvSpPr>
          <p:cNvPr id="50" name="Text 44"/>
          <p:cNvSpPr/>
          <p:nvPr/>
        </p:nvSpPr>
        <p:spPr>
          <a:xfrm>
            <a:off x="8375904" y="4956048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implemented for the FA Space application.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and tested for a use case at the FA Hackathon.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4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provided to adopt Playwright MCP for FOX &amp; TPA.</a:t>
            </a:r>
            <a:endParaRPr lang="en-US" sz="1150" dirty="0"/>
          </a:p>
        </p:txBody>
      </p:sp>
      <p:sp>
        <p:nvSpPr>
          <p:cNvPr id="51" name="Text 45"/>
          <p:cNvSpPr/>
          <p:nvPr/>
        </p:nvSpPr>
        <p:spPr>
          <a:xfrm>
            <a:off x="54864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pPr algn="l" indent="0" marL="0">
              <a:buNone/>
            </a:pPr>
            <a:r>
              <a:rPr lang="en-US" sz="1000" i="1" dirty="0">
                <a:solidFill>
                  <a:srgbClr val="7D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bank for a changing world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8229600" y="635508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    ·   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2026-07-10T05:48:30Z</dcterms:created>
  <dcterms:modified xsi:type="dcterms:W3CDTF">2026-07-10T05:48:30Z</dcterms:modified>
</cp:coreProperties>
</file>